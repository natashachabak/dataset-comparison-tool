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297706dbbb643a7" /><Relationship Type="http://schemas.openxmlformats.org/officeDocument/2006/relationships/extended-properties" Target="/docProps/app.xml" Id="Rf4e3439dc0864831" /><Relationship Type="http://schemas.openxmlformats.org/officeDocument/2006/relationships/officeDocument" Target="/ppt/presentation.xml" Id="R06516314c5e24e6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6394926fa5b4f95"/>
  </p:sldMasterIdLst>
  <p:notesMasterIdLst>
    <p:notesMasterId xmlns:r="http://schemas.openxmlformats.org/officeDocument/2006/relationships" r:id="R27a268718a2e4b3d"/>
  </p:notesMasterIdLst>
  <p:sldIdLst>
    <p:sldId xmlns:r="http://schemas.openxmlformats.org/officeDocument/2006/relationships" id="256" r:id="R9895596df6a448fd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394926fa5b4f95" /><Relationship Type="http://schemas.openxmlformats.org/officeDocument/2006/relationships/theme" Target="/ppt/theme/theme1.xml" Id="R7a275dc800264493" /><Relationship Type="http://schemas.openxmlformats.org/officeDocument/2006/relationships/notesMaster" Target="/ppt/notesMasters/notesMaster1.xml" Id="R27a268718a2e4b3d" /><Relationship Type="http://schemas.openxmlformats.org/officeDocument/2006/relationships/presProps" Target="/ppt/presProps.xml" Id="R1a5eb392f00a42c0" /><Relationship Type="http://schemas.openxmlformats.org/officeDocument/2006/relationships/viewProps" Target="/ppt/viewProps.xml" Id="R9612fe5e1b534d79" /><Relationship Type="http://schemas.openxmlformats.org/officeDocument/2006/relationships/tableStyles" Target="/ppt/tableStyles.xml" Id="Ra291f2a9428943cc" /><Relationship Type="http://schemas.openxmlformats.org/officeDocument/2006/relationships/slide" Target="/ppt/slides/slide1.xml" Id="R9895596df6a448f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9458f0f9cfa8452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2070a645a0e4dcb" /><Relationship Type="http://schemas.openxmlformats.org/officeDocument/2006/relationships/notesMaster" Target="/ppt/notesMasters/notesMaster1.xml" Id="R511c1ea0016c444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3c92f94c4d463c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59e8786ff7204da5" /><Relationship Type="http://schemas.openxmlformats.org/officeDocument/2006/relationships/slideLayout" Target="/ppt/slideLayouts/slideLayout2.xml" Id="R835d3b573ac944f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35d3b573ac944f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cf3dc1d0b3d4532" /><Relationship Type="http://schemas.openxmlformats.org/officeDocument/2006/relationships/notesSlide" Target="/ppt/notesSlides/notesSlide1.xml" Id="Rdc6229e40ab14fd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">
            <a:extLst xmlns:a="http://schemas.openxmlformats.org/drawingml/2006/main">
              <a:ext uri="{FF2B5EF4-FFF2-40B4-BE49-F238E27FC236}">
                <a16:creationId xmlns:a16="http://schemas.microsoft.com/office/drawing/2014/main" id="{226374AA-CA0B-4FED-A4EA-1CE7917AE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62000"/>
            <a:ext cx="1638300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111827"/>
                </a:solidFill>
              </a:defRPr>
            </a:pPr>
            <a:r>
              <a:rPr sz="5400" b="1">
                <a:solidFill>
                  <a:srgbClr val="111827"/>
                </a:solidFill>
              </a:rPr>
              <a:t>Test title</a:t>
            </a:r>
          </a:p>
        </p:txBody>
      </p:sp>
      <p:sp>
        <p:nvSpPr>
          <p:cNvPr id="2" name="p">
            <a:extLst xmlns:a="http://schemas.openxmlformats.org/drawingml/2006/main">
              <a:ext uri="{FF2B5EF4-FFF2-40B4-BE49-F238E27FC236}">
                <a16:creationId xmlns:a16="http://schemas.microsoft.com/office/drawing/2014/main" id="{35235E8F-A3E4-4CA9-ACE5-266286CE1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70710"/>
            <a:ext cx="38100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67F6DC-B4B6-42F1-8E46-E38DC4B55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095500"/>
            <a:ext cx="33528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0F172A"/>
                </a:solidFill>
              </a:defRPr>
            </a:pPr>
            <a:r>
              <a:rPr sz="2100">
                <a:solidFill>
                  <a:srgbClr val="0F172A"/>
                </a:solidFill>
              </a:rPr>
              <a:t>Panel text</a:t>
            </a:r>
          </a:p>
        </p:txBody>
      </p:sp>
    </p:spTree>
    <p:extLst>
      <p:ext uri="{BB962C8B-B14F-4D97-AF65-F5344CB8AC3E}">
        <p14:creationId xmlns:p14="http://schemas.microsoft.com/office/powerpoint/2010/main" val="167898307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2026-05-07T11:10:11.8650000Z</dcterms:created>
  <dcterms:modified xsi:type="dcterms:W3CDTF">2026-05-07T11:10:11.8650000Z</dcterms:modified>
</coreProperties>
</file>